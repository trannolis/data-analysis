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50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38B8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31804" autoAdjust="0"/>
    <p:restoredTop sz="89517" autoAdjust="0"/>
  </p:normalViewPr>
  <p:slideViewPr>
    <p:cSldViewPr snapToGrid="0">
      <p:cViewPr varScale="1">
        <p:scale>
          <a:sx n="56" d="100"/>
          <a:sy n="56" d="100"/>
        </p:scale>
        <p:origin x="400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7A483-8BCE-4DF6-80DB-B9021B2A23D7}" type="datetimeFigureOut">
              <a:rPr lang="en-US" smtClean="0"/>
              <a:t>9/16/21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E47A32-7FDC-45C2-BC29-136239FC1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587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E47A32-7FDC-45C2-BC29-136239FC1CC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88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05ABC45-2326-434B-AB3E-8C6C370553B6}" type="datetimeFigureOut">
              <a:rPr lang="en-US" smtClean="0"/>
              <a:t>9/16/21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4AF6327-12F5-4E20-A51B-244FE64FB649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9287872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ABC45-2326-434B-AB3E-8C6C370553B6}" type="datetimeFigureOut">
              <a:rPr lang="en-US" smtClean="0"/>
              <a:t>9/16/21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F6327-12F5-4E20-A51B-244FE64FB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150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05ABC45-2326-434B-AB3E-8C6C370553B6}" type="datetimeFigureOut">
              <a:rPr lang="en-US" smtClean="0"/>
              <a:t>9/16/21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AF6327-12F5-4E20-A51B-244FE64FB64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162394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ABC45-2326-434B-AB3E-8C6C370553B6}" type="datetimeFigureOut">
              <a:rPr lang="en-US" smtClean="0"/>
              <a:t>9/16/21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F6327-12F5-4E20-A51B-244FE64FB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643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ABC45-2326-434B-AB3E-8C6C370553B6}" type="datetimeFigureOut">
              <a:rPr lang="en-US" smtClean="0"/>
              <a:t>9/16/21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F6327-12F5-4E20-A51B-244FE64FB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40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ABC45-2326-434B-AB3E-8C6C370553B6}" type="datetimeFigureOut">
              <a:rPr lang="en-US" smtClean="0"/>
              <a:t>9/16/21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F6327-12F5-4E20-A51B-244FE64FB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827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ABC45-2326-434B-AB3E-8C6C370553B6}" type="datetimeFigureOut">
              <a:rPr lang="en-US" smtClean="0"/>
              <a:t>9/16/21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F6327-12F5-4E20-A51B-244FE64FB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906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05ABC45-2326-434B-AB3E-8C6C370553B6}" type="datetimeFigureOut">
              <a:rPr lang="en-US" smtClean="0"/>
              <a:t>9/16/21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AF6327-12F5-4E20-A51B-244FE64FB64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86017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05ABC45-2326-434B-AB3E-8C6C370553B6}" type="datetimeFigureOut">
              <a:rPr lang="en-US" smtClean="0"/>
              <a:t>9/16/21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AF6327-12F5-4E20-A51B-244FE64FB64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48484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ABC45-2326-434B-AB3E-8C6C370553B6}" type="datetimeFigureOut">
              <a:rPr lang="en-US" smtClean="0"/>
              <a:t>9/16/21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F6327-12F5-4E20-A51B-244FE64FB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783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ABC45-2326-434B-AB3E-8C6C370553B6}" type="datetimeFigureOut">
              <a:rPr lang="en-US" smtClean="0"/>
              <a:t>9/16/21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F6327-12F5-4E20-A51B-244FE64FB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905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305ABC45-2326-434B-AB3E-8C6C370553B6}" type="datetimeFigureOut">
              <a:rPr lang="en-US" smtClean="0"/>
              <a:t>9/16/21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54AF6327-12F5-4E20-A51B-244FE64FB64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65259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51" r:id="rId1"/>
    <p:sldLayoutId id="2147484352" r:id="rId2"/>
    <p:sldLayoutId id="2147484353" r:id="rId3"/>
    <p:sldLayoutId id="2147484354" r:id="rId4"/>
    <p:sldLayoutId id="2147484355" r:id="rId5"/>
    <p:sldLayoutId id="2147484356" r:id="rId6"/>
    <p:sldLayoutId id="2147484357" r:id="rId7"/>
    <p:sldLayoutId id="2147484358" r:id="rId8"/>
    <p:sldLayoutId id="2147484359" r:id="rId9"/>
    <p:sldLayoutId id="2147484360" r:id="rId10"/>
    <p:sldLayoutId id="214748436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759320" y="5354157"/>
            <a:ext cx="72049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/>
              <a:t>Nassim</a:t>
            </a:r>
            <a:r>
              <a:rPr lang="en-US" sz="2400" b="1" dirty="0"/>
              <a:t> Nicholas </a:t>
            </a:r>
            <a:r>
              <a:rPr lang="en-US" sz="2400" b="1" dirty="0" err="1"/>
              <a:t>Taleb</a:t>
            </a:r>
            <a:endParaRPr lang="en-US" sz="2400" b="1" dirty="0"/>
          </a:p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Retired Distinguished Professor of Risk Engineering </a:t>
            </a:r>
          </a:p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Department of Finance and </a:t>
            </a:r>
          </a:p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Risk Engineering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9220" y="1930437"/>
            <a:ext cx="3401937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In Person:</a:t>
            </a:r>
          </a:p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Event Makerspace – 6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Metrotech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Center, 1</a:t>
            </a:r>
            <a:r>
              <a:rPr lang="en-US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Floor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(Open to NYU Staff, Students and Faculty Only)</a:t>
            </a:r>
          </a:p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September 23</a:t>
            </a:r>
            <a:r>
              <a:rPr lang="en-US" sz="1600" b="1" baseline="3000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 at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6PM  </a:t>
            </a:r>
          </a:p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Via Zoom (open to non-NYU members)</a:t>
            </a:r>
          </a:p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Meeting ID: 971 7885 1816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Passcode:   BQENT923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b="1" dirty="0">
              <a:latin typeface="Palatino Linotype" panose="02040502050505030304" pitchFamily="18" charset="0"/>
            </a:endParaRPr>
          </a:p>
        </p:txBody>
      </p:sp>
      <p:sp>
        <p:nvSpPr>
          <p:cNvPr id="6" name="AutoShape 4" descr="Displaying D. guegan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240" y="2271772"/>
            <a:ext cx="2851854" cy="166230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C5EBDD1-2870-E440-A549-2FE530A0F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158" y="36560"/>
            <a:ext cx="11493842" cy="1153242"/>
          </a:xfrm>
          <a:prstGeom prst="rect">
            <a:avLst/>
          </a:prstGeom>
          <a:solidFill>
            <a:srgbClr val="57068C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1800">
              <a:solidFill>
                <a:srgbClr val="FFFFFF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322477" y="1210387"/>
            <a:ext cx="9985989" cy="699465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What are the Technical Errors on </a:t>
            </a:r>
            <a:r>
              <a:rPr lang="en-US" sz="3600" dirty="0" err="1"/>
              <a:t>Covid</a:t>
            </a:r>
            <a:r>
              <a:rPr lang="en-US" sz="3600" dirty="0"/>
              <a:t>?</a:t>
            </a:r>
            <a:br>
              <a:rPr lang="en-US" dirty="0"/>
            </a:br>
            <a:br>
              <a:rPr lang="en-US" b="1" dirty="0"/>
            </a:br>
            <a:r>
              <a:rPr lang="en-US" b="1" dirty="0"/>
              <a:t>A</a:t>
            </a:r>
            <a:endParaRPr lang="en-US" sz="24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1151" y="292394"/>
            <a:ext cx="34475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Department of </a:t>
            </a:r>
          </a:p>
          <a:p>
            <a:r>
              <a:rPr lang="en-US" dirty="0">
                <a:solidFill>
                  <a:schemeClr val="bg1"/>
                </a:solidFill>
              </a:rPr>
              <a:t>Finance and Risk Engineering 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0817" y="497020"/>
            <a:ext cx="2671041" cy="421160"/>
          </a:xfrm>
          <a:prstGeom prst="rect">
            <a:avLst/>
          </a:prstGeom>
        </p:spPr>
      </p:pic>
      <p:pic>
        <p:nvPicPr>
          <p:cNvPr id="13" name="Picture 2" descr="Image result for nassim taleb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54" t="-452" r="3716" b="-1346"/>
          <a:stretch>
            <a:fillRect/>
          </a:stretch>
        </p:blipFill>
        <p:spPr bwMode="auto">
          <a:xfrm>
            <a:off x="5150458" y="1729749"/>
            <a:ext cx="2792120" cy="3624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306710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TM10001105[[fn=Crop]]</Template>
  <TotalTime>64742</TotalTime>
  <Words>79</Words>
  <Application>Microsoft Macintosh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ＭＳ Ｐゴシック</vt:lpstr>
      <vt:lpstr>Arial</vt:lpstr>
      <vt:lpstr>Calibri</vt:lpstr>
      <vt:lpstr>Franklin Gothic Book</vt:lpstr>
      <vt:lpstr>Palatino Linotype</vt:lpstr>
      <vt:lpstr>Crop</vt:lpstr>
      <vt:lpstr>What are the Technical Errors on Covid?  A</vt:lpstr>
    </vt:vector>
  </TitlesOfParts>
  <Company>Hewlett-Packard Company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Dependence and Innovation: The Case of Public versus Private Firms</dc:title>
  <dc:creator>Front Desk</dc:creator>
  <cp:lastModifiedBy>Microsoft Office User</cp:lastModifiedBy>
  <cp:revision>170</cp:revision>
  <dcterms:created xsi:type="dcterms:W3CDTF">2014-02-24T20:42:53Z</dcterms:created>
  <dcterms:modified xsi:type="dcterms:W3CDTF">2021-09-17T02:49:50Z</dcterms:modified>
</cp:coreProperties>
</file>